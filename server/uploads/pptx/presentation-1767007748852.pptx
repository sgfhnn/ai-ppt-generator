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presentation on Artificial Intelligence. Today, we'll explore AI's essence, its current state, and what the future holds. Our presentation design features a sleek dark-gradient theme with beautiful animations to enhance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Artificial Intelligence fundamentally refers to machines demonstrating human-like cognitive abilities. It's a broad field, with Machine Learning being a key component where systems learn from data, and Deep Learning pushing boundaries with advanced neural networks, enabling more complex pattern recognition and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 longer science fiction; it's a pervasive reality. From the recommendations on your favorite streaming service to groundbreaking medical advancements, AI's footprint is everywhere. Virtual assistants like Siri and Alexa rely heavily on NLP, and self-driving cars are pushing the limits of automation. AI is truly transforming how industries operate and how we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potential of AI is immense. Imagine education systems that adapt perfectly to each student, or AI systems developing novel solutions for our planet's biggest environmental challenges. We'll also see closer collaboration between humans and robots, and AI will accelerate scientific breakthroughs. Crucially, as AI evolves, ensuring its ethical development for the good of society remains paramount.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AI is an incredibly powerful and dynamic field that's already profoundly shaping our world. Its future holds boundless possibilities, from enhancing our daily lives to solving global challenges. As we navigate this journey, continuous engagement with the technology and a strong focus on ethical development will be crucial for harnessing AI's full positive potential. Now, I open the floor for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F0F23"/>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0F23"/>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828800"/>
            <a:ext cx="8229600" cy="13716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Unveiling Artificial Intelligence: Today &amp; Tomorrow</a:t>
            </a:r>
            <a:endParaRPr lang="en-US" sz="4400" dirty="0"/>
          </a:p>
        </p:txBody>
      </p:sp>
      <p:sp>
        <p:nvSpPr>
          <p:cNvPr id="3" name="Text 1"/>
          <p:cNvSpPr/>
          <p:nvPr/>
        </p:nvSpPr>
        <p:spPr>
          <a:xfrm>
            <a:off x="457200" y="3200400"/>
            <a:ext cx="8229600" cy="731520"/>
          </a:xfrm>
          <a:prstGeom prst="rect">
            <a:avLst/>
          </a:prstGeom>
          <a:noFill/>
          <a:ln/>
        </p:spPr>
        <p:txBody>
          <a:bodyPr wrap="square" rtlCol="0" anchor="ctr"/>
          <a:lstStyle/>
          <a:p>
            <a:pPr algn="ctr" indent="0" marL="0">
              <a:buNone/>
            </a:pPr>
            <a:r>
              <a:rPr lang="en-US" sz="2000" dirty="0">
                <a:solidFill>
                  <a:srgbClr val="6366F1"/>
                </a:solidFill>
                <a:latin typeface="Arial" pitchFamily="34" charset="0"/>
                <a:ea typeface="Arial" pitchFamily="34" charset="-122"/>
                <a:cs typeface="Arial" pitchFamily="34" charset="-120"/>
              </a:rPr>
              <a:t>A Deep Dive into AI's Core Concepts</a:t>
            </a:r>
            <a:endParaRPr lang="en-US" sz="2000" dirty="0"/>
          </a:p>
        </p:txBody>
      </p:sp>
      <p:sp>
        <p:nvSpPr>
          <p:cNvPr id="4" name="Shape 2"/>
          <p:cNvSpPr/>
          <p:nvPr/>
        </p:nvSpPr>
        <p:spPr>
          <a:xfrm>
            <a:off x="3200400" y="3017520"/>
            <a:ext cx="2743200" cy="45720"/>
          </a:xfrm>
          <a:prstGeom prst="rect">
            <a:avLst/>
          </a:prstGeom>
          <a:solidFill>
            <a:srgbClr val="6366F1"/>
          </a:solidFill>
          <a:ln/>
        </p:spPr>
      </p:sp>
      <p:sp>
        <p:nvSpPr>
          <p:cNvPr id="6" name="Text 3"/>
          <p:cNvSpPr/>
          <p:nvPr/>
        </p:nvSpPr>
        <p:spPr>
          <a:xfrm>
            <a:off x="8412480" y="4846320"/>
            <a:ext cx="457200" cy="274320"/>
          </a:xfrm>
          <a:prstGeom prst="rect">
            <a:avLst/>
          </a:prstGeom>
          <a:noFill/>
          <a:ln/>
        </p:spPr>
        <p:txBody>
          <a:bodyPr wrap="square" rtlCol="0" anchor="ctr"/>
          <a:lstStyle/>
          <a:p>
            <a:pPr algn="r" indent="0" marL="0">
              <a:buNone/>
            </a:pPr>
            <a:r>
              <a:rPr lang="en-US" sz="1000" dirty="0">
                <a:solidFill>
                  <a:srgbClr val="E0E0E0"/>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Understanding Artificial Intelligence</a:t>
            </a:r>
            <a:endParaRPr lang="en-US" sz="3200" dirty="0"/>
          </a:p>
        </p:txBody>
      </p:sp>
      <p:sp>
        <p:nvSpPr>
          <p:cNvPr id="3" name="Shape 1"/>
          <p:cNvSpPr/>
          <p:nvPr/>
        </p:nvSpPr>
        <p:spPr>
          <a:xfrm>
            <a:off x="457200" y="914400"/>
            <a:ext cx="1828800" cy="36576"/>
          </a:xfrm>
          <a:prstGeom prst="rect">
            <a:avLst/>
          </a:prstGeom>
          <a:solidFill>
            <a:srgbClr val="6366F1"/>
          </a:solidFill>
          <a:ln/>
        </p:spPr>
      </p:sp>
      <p:sp>
        <p:nvSpPr>
          <p:cNvPr id="4" name="Text 2"/>
          <p:cNvSpPr/>
          <p:nvPr/>
        </p:nvSpPr>
        <p:spPr>
          <a:xfrm>
            <a:off x="457200" y="1188720"/>
            <a:ext cx="8229600" cy="3657600"/>
          </a:xfrm>
          <a:prstGeom prst="rect">
            <a:avLst/>
          </a:prstGeom>
          <a:noFill/>
          <a:ln/>
        </p:spPr>
        <p:txBody>
          <a:bodyPr wrap="square" rtlCol="0" anchor="t"/>
          <a:lstStyle/>
          <a:p>
            <a:pPr>
              <a:spcAft>
                <a:spcPts val="1000"/>
              </a:spcAft>
            </a:pPr>
            <a:r>
              <a:rPr lang="en-US" sz="1800" dirty="0">
                <a:solidFill>
                  <a:srgbClr val="E0E0E0"/>
                </a:solidFill>
                <a:latin typeface="Arial" pitchFamily="34" charset="0"/>
                <a:ea typeface="Arial" pitchFamily="34" charset="-122"/>
                <a:cs typeface="Arial" pitchFamily="34" charset="-120"/>
              </a:rPr>
              <a:t>AI mimics human intelligence to perform tasks.</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Involves learning, reasoning, problem-solving, and perception.</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Machine Learning (ML) is a core AI subset.</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Deep Learning (DL) uses neural networks for complex patterns.</a:t>
            </a:r>
            <a:endParaRPr lang="en-US" sz="1800" dirty="0"/>
          </a:p>
        </p:txBody>
      </p:sp>
      <p:sp>
        <p:nvSpPr>
          <p:cNvPr id="6" name="Text 3"/>
          <p:cNvSpPr/>
          <p:nvPr/>
        </p:nvSpPr>
        <p:spPr>
          <a:xfrm>
            <a:off x="8412480" y="4846320"/>
            <a:ext cx="457200" cy="274320"/>
          </a:xfrm>
          <a:prstGeom prst="rect">
            <a:avLst/>
          </a:prstGeom>
          <a:noFill/>
          <a:ln/>
        </p:spPr>
        <p:txBody>
          <a:bodyPr wrap="square" rtlCol="0" anchor="ctr"/>
          <a:lstStyle/>
          <a:p>
            <a:pPr algn="r" indent="0" marL="0">
              <a:buNone/>
            </a:pPr>
            <a:r>
              <a:rPr lang="en-US" sz="1000" dirty="0">
                <a:solidFill>
                  <a:srgbClr val="E0E0E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AI Today: A Transformative Reality</a:t>
            </a:r>
            <a:endParaRPr lang="en-US" sz="3200" dirty="0"/>
          </a:p>
        </p:txBody>
      </p:sp>
      <p:sp>
        <p:nvSpPr>
          <p:cNvPr id="3" name="Shape 1"/>
          <p:cNvSpPr/>
          <p:nvPr/>
        </p:nvSpPr>
        <p:spPr>
          <a:xfrm>
            <a:off x="457200" y="914400"/>
            <a:ext cx="1828800" cy="36576"/>
          </a:xfrm>
          <a:prstGeom prst="rect">
            <a:avLst/>
          </a:prstGeom>
          <a:solidFill>
            <a:srgbClr val="6366F1"/>
          </a:solidFill>
          <a:ln/>
        </p:spPr>
      </p:sp>
      <p:sp>
        <p:nvSpPr>
          <p:cNvPr id="4" name="Text 2"/>
          <p:cNvSpPr/>
          <p:nvPr/>
        </p:nvSpPr>
        <p:spPr>
          <a:xfrm>
            <a:off x="457200" y="1188720"/>
            <a:ext cx="8229600" cy="3657600"/>
          </a:xfrm>
          <a:prstGeom prst="rect">
            <a:avLst/>
          </a:prstGeom>
          <a:noFill/>
          <a:ln/>
        </p:spPr>
        <p:txBody>
          <a:bodyPr wrap="square" rtlCol="0" anchor="t"/>
          <a:lstStyle/>
          <a:p>
            <a:pPr>
              <a:spcAft>
                <a:spcPts val="1000"/>
              </a:spcAft>
            </a:pPr>
            <a:r>
              <a:rPr lang="en-US" sz="1800" dirty="0">
                <a:solidFill>
                  <a:srgbClr val="E0E0E0"/>
                </a:solidFill>
                <a:latin typeface="Arial" pitchFamily="34" charset="0"/>
                <a:ea typeface="Arial" pitchFamily="34" charset="-122"/>
                <a:cs typeface="Arial" pitchFamily="34" charset="-120"/>
              </a:rPr>
              <a:t>Personalized recommendations in daily digital use.</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Advanced diagnostics and drug discovery in healthcare.</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Natural Language Processing (NLP) powers virtual assistants.</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Autonomous vehicles reshape transportation possibilities.</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Automating complex tasks across industries globally.</a:t>
            </a:r>
            <a:endParaRPr lang="en-US" sz="1800" dirty="0"/>
          </a:p>
        </p:txBody>
      </p:sp>
      <p:sp>
        <p:nvSpPr>
          <p:cNvPr id="6" name="Text 3"/>
          <p:cNvSpPr/>
          <p:nvPr/>
        </p:nvSpPr>
        <p:spPr>
          <a:xfrm>
            <a:off x="8412480" y="4846320"/>
            <a:ext cx="457200" cy="274320"/>
          </a:xfrm>
          <a:prstGeom prst="rect">
            <a:avLst/>
          </a:prstGeom>
          <a:noFill/>
          <a:ln/>
        </p:spPr>
        <p:txBody>
          <a:bodyPr wrap="square" rtlCol="0" anchor="ctr"/>
          <a:lstStyle/>
          <a:p>
            <a:pPr algn="r" indent="0" marL="0">
              <a:buNone/>
            </a:pPr>
            <a:r>
              <a:rPr lang="en-US" sz="1000" dirty="0">
                <a:solidFill>
                  <a:srgbClr val="E0E0E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Shaping Tomorrow: The Future of AI</a:t>
            </a:r>
            <a:endParaRPr lang="en-US" sz="3200" dirty="0"/>
          </a:p>
        </p:txBody>
      </p:sp>
      <p:sp>
        <p:nvSpPr>
          <p:cNvPr id="3" name="Shape 1"/>
          <p:cNvSpPr/>
          <p:nvPr/>
        </p:nvSpPr>
        <p:spPr>
          <a:xfrm>
            <a:off x="457200" y="914400"/>
            <a:ext cx="1828800" cy="36576"/>
          </a:xfrm>
          <a:prstGeom prst="rect">
            <a:avLst/>
          </a:prstGeom>
          <a:solidFill>
            <a:srgbClr val="6366F1"/>
          </a:solidFill>
          <a:ln/>
        </p:spPr>
      </p:sp>
      <p:sp>
        <p:nvSpPr>
          <p:cNvPr id="4" name="Text 2"/>
          <p:cNvSpPr/>
          <p:nvPr/>
        </p:nvSpPr>
        <p:spPr>
          <a:xfrm>
            <a:off x="457200" y="1188720"/>
            <a:ext cx="8229600" cy="3657600"/>
          </a:xfrm>
          <a:prstGeom prst="rect">
            <a:avLst/>
          </a:prstGeom>
          <a:noFill/>
          <a:ln/>
        </p:spPr>
        <p:txBody>
          <a:bodyPr wrap="square" rtlCol="0" anchor="t"/>
          <a:lstStyle/>
          <a:p>
            <a:pPr>
              <a:spcAft>
                <a:spcPts val="1000"/>
              </a:spcAft>
            </a:pPr>
            <a:r>
              <a:rPr lang="en-US" sz="1800" dirty="0">
                <a:solidFill>
                  <a:srgbClr val="E0E0E0"/>
                </a:solidFill>
                <a:latin typeface="Arial" pitchFamily="34" charset="0"/>
                <a:ea typeface="Arial" pitchFamily="34" charset="-122"/>
                <a:cs typeface="Arial" pitchFamily="34" charset="-120"/>
              </a:rPr>
              <a:t>Hyper-personalized learning and adaptive education.</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Sustainable solutions for climate change and energy.</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Enhanced human-robot collaboration in various sectors.</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Revolutionizing scientific discovery and research.</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Ethical AI development for societal benefit.</a:t>
            </a:r>
            <a:endParaRPr lang="en-US" sz="1800" dirty="0"/>
          </a:p>
        </p:txBody>
      </p:sp>
      <p:sp>
        <p:nvSpPr>
          <p:cNvPr id="6" name="Text 3"/>
          <p:cNvSpPr/>
          <p:nvPr/>
        </p:nvSpPr>
        <p:spPr>
          <a:xfrm>
            <a:off x="8412480" y="4846320"/>
            <a:ext cx="457200" cy="274320"/>
          </a:xfrm>
          <a:prstGeom prst="rect">
            <a:avLst/>
          </a:prstGeom>
          <a:noFill/>
          <a:ln/>
        </p:spPr>
        <p:txBody>
          <a:bodyPr wrap="square" rtlCol="0" anchor="ctr"/>
          <a:lstStyle/>
          <a:p>
            <a:pPr algn="r" indent="0" marL="0">
              <a:buNone/>
            </a:pPr>
            <a:r>
              <a:rPr lang="en-US" sz="1000" dirty="0">
                <a:solidFill>
                  <a:srgbClr val="E0E0E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AI Journey: Summary &amp; Discussion</a:t>
            </a:r>
            <a:endParaRPr lang="en-US" sz="3200" dirty="0"/>
          </a:p>
        </p:txBody>
      </p:sp>
      <p:sp>
        <p:nvSpPr>
          <p:cNvPr id="3" name="Shape 1"/>
          <p:cNvSpPr/>
          <p:nvPr/>
        </p:nvSpPr>
        <p:spPr>
          <a:xfrm>
            <a:off x="457200" y="914400"/>
            <a:ext cx="1828800" cy="36576"/>
          </a:xfrm>
          <a:prstGeom prst="rect">
            <a:avLst/>
          </a:prstGeom>
          <a:solidFill>
            <a:srgbClr val="6366F1"/>
          </a:solidFill>
          <a:ln/>
        </p:spPr>
      </p:sp>
      <p:sp>
        <p:nvSpPr>
          <p:cNvPr id="4" name="Text 2"/>
          <p:cNvSpPr/>
          <p:nvPr/>
        </p:nvSpPr>
        <p:spPr>
          <a:xfrm>
            <a:off x="457200" y="1188720"/>
            <a:ext cx="8229600" cy="3657600"/>
          </a:xfrm>
          <a:prstGeom prst="rect">
            <a:avLst/>
          </a:prstGeom>
          <a:noFill/>
          <a:ln/>
        </p:spPr>
        <p:txBody>
          <a:bodyPr wrap="square" rtlCol="0" anchor="t"/>
          <a:lstStyle/>
          <a:p>
            <a:pPr>
              <a:spcAft>
                <a:spcPts val="1000"/>
              </a:spcAft>
            </a:pPr>
            <a:r>
              <a:rPr lang="en-US" sz="1800" dirty="0">
                <a:solidFill>
                  <a:srgbClr val="E0E0E0"/>
                </a:solidFill>
                <a:latin typeface="Arial" pitchFamily="34" charset="0"/>
                <a:ea typeface="Arial" pitchFamily="34" charset="-122"/>
                <a:cs typeface="Arial" pitchFamily="34" charset="-120"/>
              </a:rPr>
              <a:t>AI is a rapidly evolving, foundational technology.</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Its current impact is profound and widespread.</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The future promises transformative advancements.</a:t>
            </a:r>
            <a:endParaRPr lang="en-US" sz="1800" dirty="0"/>
          </a:p>
          <a:p>
            <a:pPr>
              <a:spcAft>
                <a:spcPts val="1000"/>
              </a:spcAft>
            </a:pPr>
            <a:r>
              <a:rPr lang="en-US" sz="1800" dirty="0">
                <a:solidFill>
                  <a:srgbClr val="E0E0E0"/>
                </a:solidFill>
                <a:latin typeface="Arial" pitchFamily="34" charset="0"/>
                <a:ea typeface="Arial" pitchFamily="34" charset="-122"/>
                <a:cs typeface="Arial" pitchFamily="34" charset="-120"/>
              </a:rPr>
              <a:t>Continuous learning and ethical considerations are key.</a:t>
            </a:r>
            <a:endParaRPr lang="en-US" sz="1800" dirty="0"/>
          </a:p>
        </p:txBody>
      </p:sp>
      <p:sp>
        <p:nvSpPr>
          <p:cNvPr id="6" name="Text 3"/>
          <p:cNvSpPr/>
          <p:nvPr/>
        </p:nvSpPr>
        <p:spPr>
          <a:xfrm>
            <a:off x="8412480" y="4846320"/>
            <a:ext cx="457200" cy="274320"/>
          </a:xfrm>
          <a:prstGeom prst="rect">
            <a:avLst/>
          </a:prstGeom>
          <a:noFill/>
          <a:ln/>
        </p:spPr>
        <p:txBody>
          <a:bodyPr wrap="square" rtlCol="0" anchor="ctr"/>
          <a:lstStyle/>
          <a:p>
            <a:pPr algn="r" indent="0" marL="0">
              <a:buNone/>
            </a:pPr>
            <a:r>
              <a:rPr lang="en-US" sz="1000" dirty="0">
                <a:solidFill>
                  <a:srgbClr val="E0E0E0"/>
                </a:solidFill>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AI PPT Generator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Unveiling Artificial Intelligence: Today &amp; Tomorrow (Dark-Gradient Theme)</dc:title>
  <dc:subject>AI Generated Presentation</dc:subject>
  <dc:creator>AI PPT Generator</dc:creator>
  <cp:lastModifiedBy>AI PPT Generator</cp:lastModifiedBy>
  <cp:revision>1</cp:revision>
  <dcterms:created xsi:type="dcterms:W3CDTF">2025-12-29T11:29:08Z</dcterms:created>
  <dcterms:modified xsi:type="dcterms:W3CDTF">2025-12-29T11:29:08Z</dcterms:modified>
</cp:coreProperties>
</file>